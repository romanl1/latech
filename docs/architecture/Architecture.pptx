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105" d="100"/>
          <a:sy n="105" d="100"/>
        </p:scale>
        <p:origin x="16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6153EE-F87F-DBDF-0034-F331137E7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02A9A4-570D-76B0-7FBE-15E28E422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A21C44-C37D-D993-D007-AD2F5971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09493A-C182-99E7-3F88-0F4C7D51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60DD98-ACD3-A218-0367-841C3229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5739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3FB4D7-AF54-1661-5F8F-7472ACC1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80F66F-BC84-98DA-13E4-01B7610F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CBBAEC-3991-5493-5195-4358BDA2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213F5-7E01-23E6-F9C4-63CEB71B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B7F4EE-EE20-06A0-4E55-0211C4BF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5736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A9B0E-0D99-D235-3DD6-0D43549C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DB002F-78F8-875C-95C9-9D240873D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241CFF-057A-CC6A-9C0E-D2069A94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C815E8-5512-7E96-ED95-9E32FEB3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2696A7-97D1-EE5F-FE25-670A823F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3140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7B2E52-8C76-A93A-430F-7557C754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9B513B-AFAD-1819-5D23-747D31BF6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341A90-7308-673B-A5BD-D7C80FE63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508D99-E05C-9659-31C2-12F05F0A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7C7E71-2EB2-CD84-BF99-550FE791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F634CE-C958-55B2-B67A-F78D1FF9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208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DAAB90-65C2-15F0-8255-A88DB9BC5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17F774-28D3-68F2-D0EC-00E1E03F4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95B97B-5EAE-FBFA-E5BB-494D86D27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70BB931-2DE3-3D18-6A79-00CEBCBA9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619BBAB-D5EC-2979-563A-D16C0ACC9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611632-7E3A-8C6F-4149-326A3A4A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A1BA5E-0BDB-62DD-8C6C-5760AB77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6032167-9273-4376-E37C-C301AEFD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725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D35A8B-12B1-FEB1-61AB-D5C050CF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715614-0160-52B8-FD24-56731114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F3E5E3-AF60-F4C7-7C0E-76CB3812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B2F71D-23C8-0820-AEF7-8C91435F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8149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9C9D9F-C471-A03C-DD88-C94D11AF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96EB6CC-C4B3-FEC6-4BD3-39B8DEC82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ADE787-A783-4E91-4680-A058CE12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6705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2D8662-295C-3A9E-CFC1-FE04812E6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1D6AE2-82EA-4F52-A0E4-B0F361525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55A51E-EF43-B622-813D-F1D2ADCE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5416C9-8F37-065E-7F54-99FBD3FD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3171F2-0A5D-1F74-2D7F-5A3D90E1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5714EC-AB73-47C9-3480-DA5D9B94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204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91E79C-FD16-A218-E670-EDEACDA9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D17C96-E9E7-D3F5-46A2-B311FE98A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CECC76-97DF-15D6-FA81-736E40BA1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BF0FE7-F3C1-8DB9-7FAE-55A0F91E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D85F6F-9D7E-467A-EE8F-4B389FF9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622680-76AD-617E-A7D7-14F297AE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10649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6010BD-118C-F750-6AC6-6B924BE0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A8C622-6CC9-9EDC-FA87-7CC5DC450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B2E17E-5673-3924-8460-5599CB26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ED1ADE-64B6-64B5-C6D2-31245603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EC477F-6839-A90B-CBCD-B4DDBAA5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254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C191BA4-E429-E35A-3E30-D985D10A0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F7319C3-A940-6515-4BA8-736DC515C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C21B39-D2F9-CAD4-E0C8-CE4E9DDE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A80725-C945-A70C-FDE6-CB60E376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6BB4E6-D04B-8F2C-1ECD-5C80D73B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685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1A8736-3F56-7051-AB74-2A558DD0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621917-D814-CD70-6CF3-1648ED31B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925E35-921D-3A29-CC0E-3587F0278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F8792-DE40-492B-884F-5F56CDB43748}" type="datetimeFigureOut">
              <a:rPr lang="de-CH" smtClean="0"/>
              <a:t>23.04.2026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FE5EDE-5E92-9F62-2AB0-AAA443531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7EA9E7-54B7-8251-9B72-6B8E368D2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EE67F-4B4D-4E5E-80DE-E8729AB475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4232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CB42ED0-DD79-CCAC-2FB4-7CCF8695D396}"/>
              </a:ext>
            </a:extLst>
          </p:cNvPr>
          <p:cNvSpPr/>
          <p:nvPr/>
        </p:nvSpPr>
        <p:spPr>
          <a:xfrm>
            <a:off x="7495783" y="4134119"/>
            <a:ext cx="138769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Websocket</a:t>
            </a:r>
          </a:p>
          <a:p>
            <a:pPr algn="ctr"/>
            <a:r>
              <a:rPr lang="de-CH" dirty="0"/>
              <a:t>Server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EC8AC8E-60F9-B9DA-C8BD-5782DB8B5907}"/>
              </a:ext>
            </a:extLst>
          </p:cNvPr>
          <p:cNvSpPr/>
          <p:nvPr/>
        </p:nvSpPr>
        <p:spPr>
          <a:xfrm>
            <a:off x="6007635" y="2266681"/>
            <a:ext cx="138769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API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06E8524-EFDB-C97D-EF15-F641BD2AC5F1}"/>
              </a:ext>
            </a:extLst>
          </p:cNvPr>
          <p:cNvSpPr/>
          <p:nvPr/>
        </p:nvSpPr>
        <p:spPr>
          <a:xfrm>
            <a:off x="430370" y="2266683"/>
            <a:ext cx="138769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Renderer</a:t>
            </a:r>
          </a:p>
        </p:txBody>
      </p:sp>
      <p:sp>
        <p:nvSpPr>
          <p:cNvPr id="14" name="Zylinder 13">
            <a:extLst>
              <a:ext uri="{FF2B5EF4-FFF2-40B4-BE49-F238E27FC236}">
                <a16:creationId xmlns:a16="http://schemas.microsoft.com/office/drawing/2014/main" id="{7DDFF96A-16E5-6A36-C157-2682CA3518A6}"/>
              </a:ext>
            </a:extLst>
          </p:cNvPr>
          <p:cNvSpPr/>
          <p:nvPr/>
        </p:nvSpPr>
        <p:spPr>
          <a:xfrm>
            <a:off x="3173881" y="421098"/>
            <a:ext cx="1398431" cy="1185452"/>
          </a:xfrm>
          <a:prstGeom prst="ca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File Storage</a:t>
            </a:r>
          </a:p>
        </p:txBody>
      </p:sp>
      <p:sp>
        <p:nvSpPr>
          <p:cNvPr id="15" name="Zylinder 14">
            <a:extLst>
              <a:ext uri="{FF2B5EF4-FFF2-40B4-BE49-F238E27FC236}">
                <a16:creationId xmlns:a16="http://schemas.microsoft.com/office/drawing/2014/main" id="{3B13C227-355C-F441-9658-32E85F9BA3B2}"/>
              </a:ext>
            </a:extLst>
          </p:cNvPr>
          <p:cNvSpPr/>
          <p:nvPr/>
        </p:nvSpPr>
        <p:spPr>
          <a:xfrm>
            <a:off x="8830657" y="2115805"/>
            <a:ext cx="1387699" cy="1216152"/>
          </a:xfrm>
          <a:prstGeom prst="ca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Database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CE077DDE-154A-7539-C8D9-5A95E585AF7C}"/>
              </a:ext>
            </a:extLst>
          </p:cNvPr>
          <p:cNvGrpSpPr/>
          <p:nvPr/>
        </p:nvGrpSpPr>
        <p:grpSpPr>
          <a:xfrm>
            <a:off x="3020990" y="2266682"/>
            <a:ext cx="1783724" cy="914400"/>
            <a:chOff x="3045853" y="3152104"/>
            <a:chExt cx="1783724" cy="914400"/>
          </a:xfrm>
        </p:grpSpPr>
        <p:sp>
          <p:nvSpPr>
            <p:cNvPr id="19" name="Zylinder 18">
              <a:extLst>
                <a:ext uri="{FF2B5EF4-FFF2-40B4-BE49-F238E27FC236}">
                  <a16:creationId xmlns:a16="http://schemas.microsoft.com/office/drawing/2014/main" id="{9333B689-DA41-CECB-0A2A-D5F962FEC393}"/>
                </a:ext>
              </a:extLst>
            </p:cNvPr>
            <p:cNvSpPr/>
            <p:nvPr/>
          </p:nvSpPr>
          <p:spPr>
            <a:xfrm rot="5400000">
              <a:off x="3480515" y="2717442"/>
              <a:ext cx="914400" cy="1783724"/>
            </a:xfrm>
            <a:prstGeom prst="can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3F50B898-259F-0B3A-4616-4F1F1D9D4D98}"/>
                </a:ext>
              </a:extLst>
            </p:cNvPr>
            <p:cNvSpPr txBox="1"/>
            <p:nvPr/>
          </p:nvSpPr>
          <p:spPr>
            <a:xfrm>
              <a:off x="3278835" y="3286138"/>
              <a:ext cx="1238251" cy="6463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de-CH" dirty="0">
                  <a:solidFill>
                    <a:schemeClr val="bg1"/>
                  </a:solidFill>
                </a:rPr>
                <a:t>Message Bus</a:t>
              </a:r>
            </a:p>
          </p:txBody>
        </p:sp>
      </p:grpSp>
      <p:sp>
        <p:nvSpPr>
          <p:cNvPr id="32" name="Rechteck 31">
            <a:extLst>
              <a:ext uri="{FF2B5EF4-FFF2-40B4-BE49-F238E27FC236}">
                <a16:creationId xmlns:a16="http://schemas.microsoft.com/office/drawing/2014/main" id="{86838723-182E-7829-6D83-C7203EE0DE84}"/>
              </a:ext>
            </a:extLst>
          </p:cNvPr>
          <p:cNvSpPr/>
          <p:nvPr/>
        </p:nvSpPr>
        <p:spPr>
          <a:xfrm>
            <a:off x="4716491" y="4134119"/>
            <a:ext cx="1268569" cy="914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Frontend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FB79A57D-4E95-6B4B-D5F6-C153E13BED8B}"/>
              </a:ext>
            </a:extLst>
          </p:cNvPr>
          <p:cNvSpPr/>
          <p:nvPr/>
        </p:nvSpPr>
        <p:spPr>
          <a:xfrm>
            <a:off x="430370" y="3961392"/>
            <a:ext cx="1387699" cy="914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Rendering</a:t>
            </a:r>
          </a:p>
          <a:p>
            <a:pPr algn="ctr"/>
            <a:r>
              <a:rPr lang="de-CH" dirty="0"/>
              <a:t>Sandbox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70563012-83D2-187C-7623-8171BEEAA669}"/>
              </a:ext>
            </a:extLst>
          </p:cNvPr>
          <p:cNvCxnSpPr>
            <a:stCxn id="10" idx="2"/>
            <a:endCxn id="50" idx="0"/>
          </p:cNvCxnSpPr>
          <p:nvPr/>
        </p:nvCxnSpPr>
        <p:spPr>
          <a:xfrm>
            <a:off x="1124220" y="3181083"/>
            <a:ext cx="0" cy="780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5140BA7B-BF48-096E-81E0-0DEB581D8236}"/>
              </a:ext>
            </a:extLst>
          </p:cNvPr>
          <p:cNvCxnSpPr>
            <a:stCxn id="10" idx="3"/>
            <a:endCxn id="19" idx="3"/>
          </p:cNvCxnSpPr>
          <p:nvPr/>
        </p:nvCxnSpPr>
        <p:spPr>
          <a:xfrm flipV="1">
            <a:off x="1818069" y="2723882"/>
            <a:ext cx="1202921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64D2853A-0A5F-23F7-2609-E68F5891ECF7}"/>
              </a:ext>
            </a:extLst>
          </p:cNvPr>
          <p:cNvCxnSpPr>
            <a:stCxn id="19" idx="1"/>
            <a:endCxn id="9" idx="1"/>
          </p:cNvCxnSpPr>
          <p:nvPr/>
        </p:nvCxnSpPr>
        <p:spPr>
          <a:xfrm flipV="1">
            <a:off x="4804714" y="2723881"/>
            <a:ext cx="1202921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A782195B-FD4C-E5B2-044D-16C3F966E417}"/>
              </a:ext>
            </a:extLst>
          </p:cNvPr>
          <p:cNvCxnSpPr>
            <a:cxnSpLocks/>
            <a:stCxn id="14" idx="4"/>
            <a:endCxn id="9" idx="0"/>
          </p:cNvCxnSpPr>
          <p:nvPr/>
        </p:nvCxnSpPr>
        <p:spPr>
          <a:xfrm>
            <a:off x="4572312" y="1013824"/>
            <a:ext cx="2129173" cy="12528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8D32FD3A-92D6-72FA-BC81-0F8CECBA31C4}"/>
              </a:ext>
            </a:extLst>
          </p:cNvPr>
          <p:cNvCxnSpPr>
            <a:cxnSpLocks/>
            <a:stCxn id="9" idx="3"/>
            <a:endCxn id="15" idx="2"/>
          </p:cNvCxnSpPr>
          <p:nvPr/>
        </p:nvCxnSpPr>
        <p:spPr>
          <a:xfrm>
            <a:off x="7395334" y="2723881"/>
            <a:ext cx="14353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6CF27277-BE3A-38CF-7D1F-E6B435419035}"/>
              </a:ext>
            </a:extLst>
          </p:cNvPr>
          <p:cNvCxnSpPr>
            <a:stCxn id="32" idx="3"/>
            <a:endCxn id="8" idx="1"/>
          </p:cNvCxnSpPr>
          <p:nvPr/>
        </p:nvCxnSpPr>
        <p:spPr>
          <a:xfrm>
            <a:off x="5985060" y="4591319"/>
            <a:ext cx="15107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95B0AD5B-C5F3-3F38-59E5-C3A4374FAA64}"/>
              </a:ext>
            </a:extLst>
          </p:cNvPr>
          <p:cNvCxnSpPr>
            <a:stCxn id="32" idx="0"/>
            <a:endCxn id="9" idx="2"/>
          </p:cNvCxnSpPr>
          <p:nvPr/>
        </p:nvCxnSpPr>
        <p:spPr>
          <a:xfrm flipV="1">
            <a:off x="5350776" y="3181081"/>
            <a:ext cx="1350709" cy="9530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2015BA5F-A718-B820-B4F3-EB82A38F267B}"/>
              </a:ext>
            </a:extLst>
          </p:cNvPr>
          <p:cNvCxnSpPr>
            <a:stCxn id="8" idx="0"/>
            <a:endCxn id="9" idx="2"/>
          </p:cNvCxnSpPr>
          <p:nvPr/>
        </p:nvCxnSpPr>
        <p:spPr>
          <a:xfrm flipH="1" flipV="1">
            <a:off x="6701485" y="3181081"/>
            <a:ext cx="1488148" cy="953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54855988-1A75-10F0-0F95-B16D1AB65F5A}"/>
              </a:ext>
            </a:extLst>
          </p:cNvPr>
          <p:cNvGrpSpPr/>
          <p:nvPr/>
        </p:nvGrpSpPr>
        <p:grpSpPr>
          <a:xfrm>
            <a:off x="4852908" y="5663110"/>
            <a:ext cx="1277159" cy="985234"/>
            <a:chOff x="6491666" y="5668853"/>
            <a:chExt cx="1277159" cy="985234"/>
          </a:xfrm>
        </p:grpSpPr>
        <p:pic>
          <p:nvPicPr>
            <p:cNvPr id="5" name="Grafik 4" descr="Benutzer mit einfarbiger Füllung">
              <a:extLst>
                <a:ext uri="{FF2B5EF4-FFF2-40B4-BE49-F238E27FC236}">
                  <a16:creationId xmlns:a16="http://schemas.microsoft.com/office/drawing/2014/main" id="{0410209B-902B-AF4D-2FC4-99112C150B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87129" y="6072391"/>
              <a:ext cx="581696" cy="581696"/>
            </a:xfrm>
            <a:prstGeom prst="rect">
              <a:avLst/>
            </a:prstGeom>
          </p:spPr>
        </p:pic>
        <p:pic>
          <p:nvPicPr>
            <p:cNvPr id="80" name="Grafik 79" descr="Monitor mit einfarbiger Füllung">
              <a:extLst>
                <a:ext uri="{FF2B5EF4-FFF2-40B4-BE49-F238E27FC236}">
                  <a16:creationId xmlns:a16="http://schemas.microsoft.com/office/drawing/2014/main" id="{32749D97-385B-BCBE-D629-E2061B937C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91666" y="5668853"/>
              <a:ext cx="914400" cy="914400"/>
            </a:xfrm>
            <a:prstGeom prst="rect">
              <a:avLst/>
            </a:prstGeom>
          </p:spPr>
        </p:pic>
      </p:grp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34A08A3F-46C6-AF57-DAE4-117A2C020584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 flipH="1">
            <a:off x="1124220" y="1013824"/>
            <a:ext cx="2049661" cy="1252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AD141308-3344-9F08-8B18-13B8E8BE850E}"/>
              </a:ext>
            </a:extLst>
          </p:cNvPr>
          <p:cNvSpPr txBox="1"/>
          <p:nvPr/>
        </p:nvSpPr>
        <p:spPr>
          <a:xfrm>
            <a:off x="4832708" y="2493049"/>
            <a:ext cx="12837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Rendering Requests</a:t>
            </a: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8B6D3936-1E94-9363-17D7-937EAAF35CF9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5350776" y="5048519"/>
            <a:ext cx="0" cy="717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feld 94">
            <a:extLst>
              <a:ext uri="{FF2B5EF4-FFF2-40B4-BE49-F238E27FC236}">
                <a16:creationId xmlns:a16="http://schemas.microsoft.com/office/drawing/2014/main" id="{C8A842B2-6C02-0332-A7DB-7856FC1E6D34}"/>
              </a:ext>
            </a:extLst>
          </p:cNvPr>
          <p:cNvSpPr txBox="1"/>
          <p:nvPr/>
        </p:nvSpPr>
        <p:spPr>
          <a:xfrm>
            <a:off x="4933073" y="2740967"/>
            <a:ext cx="12837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Rendered PDFs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5D5CA8ED-D510-B68D-D5DA-354034ED0728}"/>
              </a:ext>
            </a:extLst>
          </p:cNvPr>
          <p:cNvSpPr txBox="1"/>
          <p:nvPr/>
        </p:nvSpPr>
        <p:spPr>
          <a:xfrm rot="1829728">
            <a:off x="4966715" y="1453210"/>
            <a:ext cx="15147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Images &amp; Rendered PDFs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E76F17C7-8399-F922-508C-0E0B9129A1F1}"/>
              </a:ext>
            </a:extLst>
          </p:cNvPr>
          <p:cNvSpPr txBox="1"/>
          <p:nvPr/>
        </p:nvSpPr>
        <p:spPr>
          <a:xfrm>
            <a:off x="7731262" y="2354549"/>
            <a:ext cx="128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Documents,</a:t>
            </a:r>
          </a:p>
          <a:p>
            <a:r>
              <a:rPr lang="de-CH" sz="900" dirty="0"/>
              <a:t>Templates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6C353814-D639-D480-C7DD-BD25339E790F}"/>
              </a:ext>
            </a:extLst>
          </p:cNvPr>
          <p:cNvSpPr txBox="1"/>
          <p:nvPr/>
        </p:nvSpPr>
        <p:spPr>
          <a:xfrm>
            <a:off x="1107919" y="3452607"/>
            <a:ext cx="12837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Rendered PDFs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F83E5109-A937-5460-293B-67978E4B2DDC}"/>
              </a:ext>
            </a:extLst>
          </p:cNvPr>
          <p:cNvSpPr txBox="1"/>
          <p:nvPr/>
        </p:nvSpPr>
        <p:spPr>
          <a:xfrm>
            <a:off x="522022" y="3389107"/>
            <a:ext cx="68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TeX File</a:t>
            </a:r>
          </a:p>
          <a:p>
            <a:r>
              <a:rPr lang="de-CH" sz="900" dirty="0"/>
              <a:t>Images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B42074BD-D9F4-3213-0C60-9EC6A4701243}"/>
              </a:ext>
            </a:extLst>
          </p:cNvPr>
          <p:cNvSpPr txBox="1"/>
          <p:nvPr/>
        </p:nvSpPr>
        <p:spPr>
          <a:xfrm>
            <a:off x="1885499" y="2484507"/>
            <a:ext cx="12837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Rendering Requests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A30CFFCA-33FC-1484-500A-653597398AC2}"/>
              </a:ext>
            </a:extLst>
          </p:cNvPr>
          <p:cNvSpPr txBox="1"/>
          <p:nvPr/>
        </p:nvSpPr>
        <p:spPr>
          <a:xfrm>
            <a:off x="1969137" y="2732425"/>
            <a:ext cx="12837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Rendered PDFs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DA676004-D561-020E-896D-80245EC92AE3}"/>
              </a:ext>
            </a:extLst>
          </p:cNvPr>
          <p:cNvSpPr txBox="1"/>
          <p:nvPr/>
        </p:nvSpPr>
        <p:spPr>
          <a:xfrm rot="19663322">
            <a:off x="1756491" y="1197548"/>
            <a:ext cx="12837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Images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38080681-8AC8-7419-56A7-A11EAB724C14}"/>
              </a:ext>
            </a:extLst>
          </p:cNvPr>
          <p:cNvSpPr txBox="1"/>
          <p:nvPr/>
        </p:nvSpPr>
        <p:spPr>
          <a:xfrm rot="1982157">
            <a:off x="6946709" y="3498013"/>
            <a:ext cx="12837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Document snapshots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2F322C40-8AE4-584D-B8E7-A4E57AE0AF55}"/>
              </a:ext>
            </a:extLst>
          </p:cNvPr>
          <p:cNvSpPr txBox="1"/>
          <p:nvPr/>
        </p:nvSpPr>
        <p:spPr>
          <a:xfrm rot="19477552">
            <a:off x="5403002" y="3423016"/>
            <a:ext cx="83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Documents,</a:t>
            </a:r>
          </a:p>
          <a:p>
            <a:r>
              <a:rPr lang="de-CH" sz="900" dirty="0"/>
              <a:t>Templates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11EBF16F-C3A4-DAFE-9EDD-6BA56E008534}"/>
              </a:ext>
            </a:extLst>
          </p:cNvPr>
          <p:cNvSpPr txBox="1"/>
          <p:nvPr/>
        </p:nvSpPr>
        <p:spPr>
          <a:xfrm>
            <a:off x="6137469" y="4360486"/>
            <a:ext cx="12837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Document changes</a:t>
            </a:r>
          </a:p>
        </p:txBody>
      </p:sp>
    </p:spTree>
    <p:extLst>
      <p:ext uri="{BB962C8B-B14F-4D97-AF65-F5344CB8AC3E}">
        <p14:creationId xmlns:p14="http://schemas.microsoft.com/office/powerpoint/2010/main" val="618060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Breitbild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Wandres Andri I.BSCINF_F24.2301</dc:creator>
  <cp:lastModifiedBy>Wandres Andri I.BSCINF_F24.2301</cp:lastModifiedBy>
  <cp:revision>77</cp:revision>
  <dcterms:created xsi:type="dcterms:W3CDTF">2026-04-23T14:35:44Z</dcterms:created>
  <dcterms:modified xsi:type="dcterms:W3CDTF">2026-04-23T22:01:35Z</dcterms:modified>
</cp:coreProperties>
</file>